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88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9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1143000" y="4572000"/>
            <a:ext cx="952805" cy="3840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7144207" y="2381098"/>
            <a:ext cx="3829507" cy="249539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429500" y="2667305"/>
            <a:ext cx="1181405" cy="1181405"/>
          </a:xfrm>
          <a:prstGeom prst="ellipse">
            <a:avLst/>
          </a:prstGeom>
          <a:noFill/>
          <a:ln w="1524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7429500" y="2667305"/>
            <a:ext cx="1181405" cy="1143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667598" y="2762402"/>
            <a:ext cx="1904695" cy="190195"/>
          </a:xfrm>
          <a:prstGeom prst="roundRect">
            <a:avLst>
              <a:gd name="adj" fmla="val 19230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667598" y="3095244"/>
            <a:ext cx="1524305" cy="190195"/>
          </a:xfrm>
          <a:prstGeom prst="roundRect">
            <a:avLst>
              <a:gd name="adj" fmla="val 19230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8667598" y="3429000"/>
            <a:ext cx="1714500" cy="190195"/>
          </a:xfrm>
          <a:prstGeom prst="roundRect">
            <a:avLst>
              <a:gd name="adj" fmla="val 19230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l="-40" r="-40"/>
          <a:stretch/>
        </p:blipFill>
        <p:spPr>
          <a:xfrm>
            <a:off x="7429500" y="4000500"/>
            <a:ext cx="381305" cy="57150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 l="-60" r="-60"/>
          <a:stretch/>
        </p:blipFill>
        <p:spPr>
          <a:xfrm>
            <a:off x="7905902" y="3810305"/>
            <a:ext cx="381305" cy="761695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24" r="-24"/>
          <a:stretch/>
        </p:blipFill>
        <p:spPr>
          <a:xfrm>
            <a:off x="8382305" y="3619195"/>
            <a:ext cx="381305" cy="952805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l="-51" r="-51"/>
          <a:stretch/>
        </p:blipFill>
        <p:spPr>
          <a:xfrm>
            <a:off x="8858707" y="3905402"/>
            <a:ext cx="381305" cy="666598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rcRect l="-46" r="-46"/>
          <a:stretch/>
        </p:blipFill>
        <p:spPr>
          <a:xfrm>
            <a:off x="9334195" y="3333902"/>
            <a:ext cx="381305" cy="1238098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9810598" y="3524098"/>
            <a:ext cx="381305" cy="1047902"/>
          </a:xfrm>
          <a:prstGeom prst="rect">
            <a:avLst/>
          </a:prstGeom>
        </p:spPr>
      </p:pic>
      <p:sp>
        <p:nvSpPr>
          <p:cNvPr id="38" name="Shape 19"/>
          <p:cNvSpPr/>
          <p:nvPr/>
        </p:nvSpPr>
        <p:spPr>
          <a:xfrm>
            <a:off x="1143000" y="5143500"/>
            <a:ext cx="4048049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0"/>
          <p:cNvSpPr/>
          <p:nvPr/>
        </p:nvSpPr>
        <p:spPr>
          <a:xfrm>
            <a:off x="1143000" y="5143500"/>
            <a:ext cx="38405" cy="972007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11"/>
          <a:srcRect l="-50" r="-50"/>
          <a:stretch/>
        </p:blipFill>
        <p:spPr>
          <a:xfrm>
            <a:off x="1143000" y="657454"/>
            <a:ext cx="342900" cy="304495"/>
          </a:xfrm>
          <a:prstGeom prst="rect">
            <a:avLst/>
          </a:prstGeom>
        </p:spPr>
      </p:pic>
      <p:sp>
        <p:nvSpPr>
          <p:cNvPr id="46" name="Text 25"/>
          <p:cNvSpPr txBox="1"/>
          <p:nvPr/>
        </p:nvSpPr>
        <p:spPr>
          <a:xfrm>
            <a:off x="1619402" y="648452"/>
            <a:ext cx="297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슈퍼컴퍼니</a:t>
            </a:r>
            <a:endParaRPr lang="en-US" sz="1800" dirty="0"/>
          </a:p>
        </p:txBody>
      </p:sp>
      <p:sp>
        <p:nvSpPr>
          <p:cNvPr id="48" name="Text 27"/>
          <p:cNvSpPr txBox="1"/>
          <p:nvPr/>
        </p:nvSpPr>
        <p:spPr>
          <a:xfrm>
            <a:off x="1095451" y="2523744"/>
            <a:ext cx="98298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88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주간보고서</a:t>
            </a:r>
            <a:endParaRPr lang="en-US" sz="7200" dirty="0"/>
          </a:p>
        </p:txBody>
      </p:sp>
      <p:sp>
        <p:nvSpPr>
          <p:cNvPr id="49" name="Text 28"/>
          <p:cNvSpPr txBox="1"/>
          <p:nvPr/>
        </p:nvSpPr>
        <p:spPr>
          <a:xfrm>
            <a:off x="1143000" y="3905402"/>
            <a:ext cx="7734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kern="0" spc="-48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2026.03.xx</a:t>
            </a:r>
            <a:endParaRPr lang="en-US" sz="2400" dirty="0"/>
          </a:p>
        </p:txBody>
      </p:sp>
      <p:sp>
        <p:nvSpPr>
          <p:cNvPr id="51" name="Text 29"/>
          <p:cNvSpPr txBox="1"/>
          <p:nvPr/>
        </p:nvSpPr>
        <p:spPr>
          <a:xfrm>
            <a:off x="1364284" y="5344282"/>
            <a:ext cx="299648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JN.KIM</a:t>
            </a:r>
            <a:endParaRPr lang="en-US" sz="1500" dirty="0"/>
          </a:p>
        </p:txBody>
      </p:sp>
      <p:sp>
        <p:nvSpPr>
          <p:cNvPr id="52" name="Text 30"/>
          <p:cNvSpPr txBox="1"/>
          <p:nvPr/>
        </p:nvSpPr>
        <p:spPr>
          <a:xfrm>
            <a:off x="1364284" y="5667980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서비스개발</a:t>
            </a:r>
            <a:r>
              <a:rPr lang="en-US" altLang="ko-KR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717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76261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143" b="-2143"/>
          <a:stretch/>
        </p:blipFill>
        <p:spPr>
          <a:xfrm>
            <a:off x="2000851" y="267052"/>
            <a:ext cx="9144" cy="2670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932402"/>
            <a:ext cx="7448702" cy="2495398"/>
          </a:xfrm>
          <a:prstGeom prst="roundRect">
            <a:avLst>
              <a:gd name="adj" fmla="val 33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81305" y="3599707"/>
            <a:ext cx="7448702" cy="1352398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81305" y="5123098"/>
            <a:ext cx="7448702" cy="1257300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001000" y="932402"/>
            <a:ext cx="3829507" cy="3095244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001000" y="932402"/>
            <a:ext cx="3829507" cy="38405"/>
          </a:xfrm>
          <a:prstGeom prst="roundRect">
            <a:avLst>
              <a:gd name="adj" fmla="val 17582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001000" y="4171207"/>
            <a:ext cx="3829507" cy="2210105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8229600" y="5504402"/>
            <a:ext cx="3353105" cy="914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048902" y="190195"/>
            <a:ext cx="2781605" cy="400507"/>
          </a:xfrm>
          <a:prstGeom prst="roundRect">
            <a:avLst>
              <a:gd name="adj" fmla="val 21743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443820" y="228600"/>
            <a:ext cx="146294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업무 보고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2142917" y="267005"/>
            <a:ext cx="2971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2026.03.24 (3월 4주차)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191549" y="333756"/>
            <a:ext cx="133502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89974" y="295880"/>
            <a:ext cx="22786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/>
              <a:t>JN.Kim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5" y="1193873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52805" y="1141800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주요 업무</a:t>
            </a:r>
            <a:endParaRPr lang="en-US" sz="13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609905" y="3880428"/>
            <a:ext cx="219456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52805" y="3809105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성과 및 핵심 지표</a:t>
            </a:r>
            <a:endParaRPr lang="en-US" sz="13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09905" y="5403818"/>
            <a:ext cx="171907" cy="19019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52805" y="5332495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계획</a:t>
            </a:r>
            <a:endParaRPr lang="en-US" sz="130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29600" y="1213123"/>
            <a:ext cx="190195" cy="190195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8572500" y="1141800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및 리스크</a:t>
            </a:r>
            <a:endParaRPr lang="en-US" sz="1300" dirty="0"/>
          </a:p>
        </p:txBody>
      </p:sp>
      <p:sp>
        <p:nvSpPr>
          <p:cNvPr id="59" name="Text 47"/>
          <p:cNvSpPr txBox="1"/>
          <p:nvPr/>
        </p:nvSpPr>
        <p:spPr>
          <a:xfrm>
            <a:off x="8229600" y="3313500"/>
            <a:ext cx="3543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🚨 의사결정 필요:</a:t>
            </a:r>
            <a:endParaRPr lang="en-US" sz="1000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229600" y="4451928"/>
            <a:ext cx="171907" cy="19019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8572500" y="4380605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요청사항 및 참고 링크</a:t>
            </a:r>
            <a:endParaRPr lang="en-US" sz="1300" dirty="0"/>
          </a:p>
        </p:txBody>
      </p:sp>
      <p:sp>
        <p:nvSpPr>
          <p:cNvPr id="63" name="Text 50"/>
          <p:cNvSpPr txBox="1"/>
          <p:nvPr/>
        </p:nvSpPr>
        <p:spPr>
          <a:xfrm>
            <a:off x="8229600" y="4790256"/>
            <a:ext cx="3525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en-US" sz="10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사항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sz="1000" dirty="0"/>
          </a:p>
        </p:txBody>
      </p:sp>
      <p:sp>
        <p:nvSpPr>
          <p:cNvPr id="65" name="Text 52"/>
          <p:cNvSpPr txBox="1"/>
          <p:nvPr/>
        </p:nvSpPr>
        <p:spPr>
          <a:xfrm>
            <a:off x="8229600" y="5647049"/>
            <a:ext cx="3525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</a:t>
            </a:r>
            <a:r>
              <a:rPr lang="en-US" sz="10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sz="1000" dirty="0"/>
          </a:p>
        </p:txBody>
      </p:sp>
      <p:pic>
        <p:nvPicPr>
          <p:cNvPr id="67" name="Image 18" descr="preencoded.png">
            <a:extLst>
              <a:ext uri="{FF2B5EF4-FFF2-40B4-BE49-F238E27FC236}">
                <a16:creationId xmlns:a16="http://schemas.microsoft.com/office/drawing/2014/main" id="{4739502F-95DA-1338-F4DC-624F9908791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50" r="-50"/>
          <a:stretch/>
        </p:blipFill>
        <p:spPr>
          <a:xfrm>
            <a:off x="10684036" y="6531470"/>
            <a:ext cx="224996" cy="199796"/>
          </a:xfrm>
          <a:prstGeom prst="rect">
            <a:avLst/>
          </a:prstGeom>
        </p:spPr>
      </p:pic>
      <p:sp>
        <p:nvSpPr>
          <p:cNvPr id="68" name="Text 25">
            <a:extLst>
              <a:ext uri="{FF2B5EF4-FFF2-40B4-BE49-F238E27FC236}">
                <a16:creationId xmlns:a16="http://schemas.microsoft.com/office/drawing/2014/main" id="{0D9F9CFD-01BC-44D9-22CA-CDDF9E25EC38}"/>
              </a:ext>
            </a:extLst>
          </p:cNvPr>
          <p:cNvSpPr txBox="1"/>
          <p:nvPr/>
        </p:nvSpPr>
        <p:spPr>
          <a:xfrm>
            <a:off x="10984784" y="6465894"/>
            <a:ext cx="9697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kern="0" spc="-36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슈퍼컴퍼니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</Words>
  <Application>Microsoft Office PowerPoint</Application>
  <PresentationFormat>와이드스크린</PresentationFormat>
  <Paragraphs>19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Noto Sans KR</vt:lpstr>
      <vt:lpstr>Arial</vt:lpstr>
      <vt:lpstr>Office Theme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지나 김</cp:lastModifiedBy>
  <cp:revision>7</cp:revision>
  <dcterms:created xsi:type="dcterms:W3CDTF">2026-03-24T09:10:33Z</dcterms:created>
  <dcterms:modified xsi:type="dcterms:W3CDTF">2026-04-07T13:28:28Z</dcterms:modified>
</cp:coreProperties>
</file>